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 panose="020F0502020204030204"/>
              </a:defRPr>
            </a:pPr>
            <a:r>
              <a:t>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 panose="020F0502020204030204"/>
              </a:defRPr>
            </a:pPr>
            <a:r>
              <a:t>AgriTrust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9"/>
                </a:solidFill>
                <a:latin typeface="Calibri" panose="020F0502020204030204"/>
              </a:defRPr>
            </a:pPr>
            <a:r>
              <a:t>Empowering Small Farmers with AI-Driven Government Scheme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D2B9"/>
                </a:solidFill>
                <a:latin typeface="Calibri" panose="020F0502020204030204"/>
              </a:defRPr>
            </a:pPr>
            <a:r>
              <a:t>Second Review — Progress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A55"/>
                </a:solidFill>
                <a:latin typeface="Calibri" panose="020F0502020204030204"/>
              </a:defRPr>
            </a:pPr>
            <a:r>
              <a:t>Technology Stack:  Flutter (Mobile)  •  Python Flask (Backend)  •  MongoDB (Database)  •  Gemini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Team Jeeva  |  February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46304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Problem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190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Panel feedback incorporation &amp; target user finalization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9144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224028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Implementation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963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Core features developed and running on localhost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926080"/>
            <a:ext cx="9144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54480" y="301752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Challenges Faced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735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Technical issues, scope adjustments &amp; time constraints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703320"/>
            <a:ext cx="9144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54480" y="379476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Scaling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0507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Cloud hosting, deployment &amp; real-time data strategies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480560"/>
            <a:ext cx="9144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Timeline till Hackathon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828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Milestone-based development 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57800"/>
            <a:ext cx="9144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54480" y="534924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Novelty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6052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AI/ML integration &amp; unique differentiators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800"/>
              </a:spcBef>
              <a:defRPr sz="4800" b="1">
                <a:solidFill>
                  <a:srgbClr val="1B5E20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Problem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 panose="020F0502020204030204"/>
              </a:defRPr>
            </a:pPr>
            <a:r>
              <a:t>Panel Feedback Incorporation &amp; Target User Finalization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Panel Feedback — Key Refinements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Calibri" panose="020F0502020204030204"/>
              </a:defRPr>
            </a:pPr>
            <a:r>
              <a:t>✅  Scope Narrowed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Shifted from "all farmers" to small &amp; marginal farmers (0.5–10 hectares) who are digital-first-time users, unfamiliar with government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64008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Calibri" panose="020F0502020204030204"/>
              </a:defRPr>
            </a:pPr>
            <a:r>
              <a:t>✅  Language Barrier Addressed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9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English-only was an exclusion factor. App now supports multilingual access — English &amp; Tamil — with architecture ready for Hindi and Malayalam.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64008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Calibri" panose="020F0502020204030204"/>
              </a:defRPr>
            </a:pPr>
            <a:r>
              <a:t>✅  Voice-First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793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Integrated Text-to-Speech (TTS) engine so scheme explanations are read aloud in the farmer's chosen language, addressing low literacy.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39"/>
            <a:ext cx="10515600" cy="10972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120639"/>
            <a:ext cx="64008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7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Calibri" panose="020F0502020204030204"/>
              </a:defRPr>
            </a:pPr>
            <a:r>
              <a:t>✅  Feature Scope Reduced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5955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Dropped complex admin and advisory modules. Finalized to three core needs: scheme discovery, weather forecasts, and crop market prices.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Finalized Target User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5029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Attribute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65960"/>
            <a:ext cx="9144000" cy="50292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 panose="020F0502020204030204"/>
              </a:defRPr>
            </a:pPr>
            <a: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391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823"/>
                </a:solidFill>
                <a:latin typeface="Calibri" panose="020F0502020204030204"/>
              </a:defRPr>
            </a:pPr>
            <a:r>
              <a:t>Small &amp; marginal farmers (0.5–10 hectares landholding)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532888"/>
            <a:ext cx="9144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 panose="020F0502020204030204"/>
              </a:defRPr>
            </a:pPr>
            <a:r>
              <a:t>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823"/>
                </a:solidFill>
                <a:latin typeface="Calibri" panose="020F0502020204030204"/>
              </a:defRPr>
            </a:pPr>
            <a:r>
              <a:t>Rural India — prioritizing Tamil Nadu initially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099816"/>
            <a:ext cx="9144000" cy="50292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172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 panose="020F0502020204030204"/>
              </a:defRPr>
            </a:pPr>
            <a:r>
              <a:t>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729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823"/>
                </a:solidFill>
                <a:latin typeface="Calibri" panose="020F0502020204030204"/>
              </a:defRPr>
            </a:pPr>
            <a:r>
              <a:t>Low-literacy users; prefer local language + voice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666744"/>
            <a:ext cx="9144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739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 panose="020F0502020204030204"/>
              </a:defRPr>
            </a:pPr>
            <a:r>
              <a:t>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3989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823"/>
                </a:solidFill>
                <a:latin typeface="Calibri" panose="020F0502020204030204"/>
              </a:defRPr>
            </a:pPr>
            <a:r>
              <a:t>Android mobile (primary), with web/desktop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233672"/>
            <a:ext cx="9144000" cy="50292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306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 panose="020F0502020204030204"/>
              </a:defRPr>
            </a:pPr>
            <a: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30682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823"/>
                </a:solidFill>
                <a:latin typeface="Calibri" panose="020F0502020204030204"/>
              </a:defRPr>
            </a:pPr>
            <a:r>
              <a:t>Limited internet; seeking government scheme benefits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800600"/>
            <a:ext cx="9144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73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 panose="020F0502020204030204"/>
              </a:defRPr>
            </a:pPr>
            <a:r>
              <a:t>Pain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737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823"/>
                </a:solidFill>
                <a:latin typeface="Calibri" panose="020F0502020204030204"/>
              </a:defRPr>
            </a:pPr>
            <a:r>
              <a:t>Unaware of eligible schemes; can't navigate complex portals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800"/>
              </a:spcBef>
              <a:defRPr sz="4800" b="1">
                <a:solidFill>
                  <a:srgbClr val="1B5E20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Implementation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 panose="020F0502020204030204"/>
              </a:defRPr>
            </a:pPr>
            <a:r>
              <a:t>Core Features Developed — Running Successfully on Localhost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384048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9184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📱 Flutter 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Landing Screen — Language selection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Farmer Input — Crop, land, season, state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Scheme Recommendations — Sorted list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Scheme Detail — TTS voice explanation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Dashboard — Weather + Market Prices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Services: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TTS / STT (voice I/O)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Language (EN / Tamil)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API Service (HTTP client)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Local Storage (Hive cache)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⚙️ Flask Backend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API Routes: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POST /api/getEligibleSchemes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GET  /api/weather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GET  /api/market-prices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POST /api/addScheme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Services: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Eligibility Matching Engine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Weather Service (Open-Meteo)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Market Price Service (MSP)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Web Scraper (5 gov sources)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PDF Parser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291840" cy="384048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29184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🗄️ 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MongoDB: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Schemes collection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Eligibility criteria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Localized descriptions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External APIs: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Open-Meteo (weather)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Geocoding (GPS → state)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Seed Data: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8 major national schemes</a:t>
            </a:r>
          </a:p>
          <a:p>
            <a:pPr>
              <a:spcAft>
                <a:spcPts val="200"/>
              </a:spcAft>
              <a:defRPr sz="1000">
                <a:solidFill>
                  <a:srgbClr val="505A55"/>
                </a:solidFill>
                <a:latin typeface="Calibri" panose="020F0502020204030204"/>
              </a:defRPr>
            </a:pPr>
            <a:r>
              <a:t>  • 23+ crop MSP prices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A047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A047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Flutter Frontend — Screens Developed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09728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1673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1673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0972800" cy="77724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Landing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  <a:latin typeface="Calibri" panose="020F0502020204030204"/>
              </a:defRPr>
            </a:pPr>
            <a:r>
              <a:t>✅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Language selection (EN / Tamil), onboarding flow with smooth animations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10972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Farmer Input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80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  <a:latin typeface="Calibri" panose="020F0502020204030204"/>
              </a:defRPr>
            </a:pPr>
            <a:r>
              <a:t>✅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8803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Crop type, land size stepper, season chips, searchable state picker with GPS auto-detect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0972800" cy="77724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Scheme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94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  <a:latin typeface="Calibri" panose="020F0502020204030204"/>
              </a:defRPr>
            </a:pPr>
            <a:r>
              <a:t>✅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947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Displays matched government schemes sorted by benefit amount with voice read-aloud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0972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Scheme Detail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7091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  <a:latin typeface="Calibri" panose="020F0502020204030204"/>
              </a:defRPr>
            </a:pPr>
            <a:r>
              <a:t>✅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709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Full scheme info — documents checklist, eligibility criteria, official link, TTS explanation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0972800" cy="77724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Dashboard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6235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A047"/>
                </a:solidFill>
                <a:latin typeface="Calibri" panose="020F0502020204030204"/>
              </a:defRPr>
            </a:pPr>
            <a:r>
              <a:t>✅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623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Weather tab (current + 5-day forecast) and live crop market prices by state with trends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Backend Modules — Flask + MongoDB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0972800" cy="4572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16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Endpoint /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1673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0972800" cy="658368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Eligibility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38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 panose="020F0502020204030204"/>
              </a:defRPr>
            </a:pPr>
            <a:r>
              <a:t>/api/getEligibleSchemes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385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Rule-based filter: state, crop, land size, season → MongoDB query → sorted by benefit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78608"/>
            <a:ext cx="10972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8833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Weather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883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 panose="020F0502020204030204"/>
              </a:defRPr>
            </a:pPr>
            <a:r>
              <a:t>/api/weather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68833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Open-Meteo free API → current conditions + 5-day forecast with WMO weather code decoding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6"/>
            <a:ext cx="10972800" cy="658368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Market Prices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381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 panose="020F0502020204030204"/>
              </a:defRPr>
            </a:pPr>
            <a:r>
              <a:t>/api/market-prices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43814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MSP-based prices with daily fluctuation for 23+ crops across 14 states and key mandis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78224"/>
            <a:ext cx="10972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Database Seeding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87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 panose="020F0502020204030204"/>
              </a:defRPr>
            </a:pPr>
            <a:r>
              <a:t>seed_db.py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18795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MongoDB seeded with PM-KISAN, PMFBY, KCC, Soil Health Card, NMSA, PKVY, RKVY, Micro Irrigation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28032"/>
            <a:ext cx="10972800" cy="658368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Web Scraper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 panose="020F0502020204030204"/>
              </a:defRPr>
            </a:pPr>
            <a:r>
              <a:t>scraper.py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937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Scrapes 5 government sources: data.gov.in, agricoop, pmkisan, pmfby, nabard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39"/>
            <a:ext cx="10972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8756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API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8756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 panose="020F0502020204030204"/>
              </a:defRPr>
            </a:pPr>
            <a:r>
              <a:t>Input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687567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Sanitization, NoSQL injection prevention, pagination, coordinate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800"/>
              </a:spcBef>
              <a:defRPr sz="4800" b="1">
                <a:solidFill>
                  <a:srgbClr val="1B5E20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 panose="020F0502020204030204"/>
              </a:defRPr>
            </a:pPr>
            <a:r>
              <a:t>Technical Integration Issues, Scope Adjustments &amp; Time 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Technical Integration Challenges &amp; Resolutions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0972800" cy="11430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823"/>
                </a:solidFill>
                <a:latin typeface="Calibri" panose="020F0502020204030204"/>
              </a:defRPr>
            </a:pPr>
            <a:r>
              <a:t>⚠️  Mobile-to-Backend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392B"/>
                </a:solidFill>
                <a:latin typeface="Calibri" panose="020F0502020204030204"/>
              </a:defRPr>
            </a:pPr>
            <a:r>
              <a:t>Problem: App called localhost — unreachable from physical Android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5E20"/>
                </a:solidFill>
                <a:latin typeface="Calibri" panose="020F0502020204030204"/>
              </a:defRPr>
            </a:pPr>
            <a:r>
              <a:t>✅ Resolution: Configured API base URL to machine's LAN IP (192.168.x.x:5000) with dynamic IP config — no rebuild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0972800" cy="11430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823"/>
                </a:solidFill>
                <a:latin typeface="Calibri" panose="020F0502020204030204"/>
              </a:defRPr>
            </a:pPr>
            <a:r>
              <a:t>⚠️  Location &amp; GPS Permissions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392B"/>
                </a:solidFill>
                <a:latin typeface="Calibri" panose="020F0502020204030204"/>
              </a:defRPr>
            </a:pPr>
            <a:r>
              <a:t>Problem: Android requires explicit runtime permissions; user may permanently deny.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5E20"/>
                </a:solidFill>
                <a:latin typeface="Calibri" panose="020F0502020204030204"/>
              </a:defRPr>
            </a:pPr>
            <a:r>
              <a:t>✅ Resolution: Implemented graceful fallback — if GPS denied, defaults to Chennai, Tamil Nadu.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10972800" cy="11430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823"/>
                </a:solidFill>
                <a:latin typeface="Calibri" panose="020F0502020204030204"/>
              </a:defRPr>
            </a:pPr>
            <a:r>
              <a:t>⚠️  Speech-to-Text on Web vs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392B"/>
                </a:solidFill>
                <a:latin typeface="Calibri" panose="020F0502020204030204"/>
              </a:defRPr>
            </a:pPr>
            <a:r>
              <a:t>Problem: speech_to_text Flutter package has different behavior on web vs Android.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622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5E20"/>
                </a:solidFill>
                <a:latin typeface="Calibri" panose="020F0502020204030204"/>
              </a:defRPr>
            </a:pPr>
            <a:r>
              <a:t>✅ Resolution: Platform-detection logic: STT enabled on mobile; web users prompted for text 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39"/>
            <a:ext cx="10972800" cy="11430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823"/>
                </a:solidFill>
                <a:latin typeface="Calibri" panose="020F0502020204030204"/>
              </a:defRPr>
            </a:pPr>
            <a:r>
              <a:t>⚠️  Empty MongoDB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1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392B"/>
                </a:solidFill>
                <a:latin typeface="Calibri" panose="020F0502020204030204"/>
              </a:defRPr>
            </a:pPr>
            <a:r>
              <a:t>Problem: Seed file was empty — no schemes visible to users on first load.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4243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5E20"/>
                </a:solidFill>
                <a:latin typeface="Calibri" panose="020F0502020204030204"/>
              </a:defRPr>
            </a:pPr>
            <a:r>
              <a:t>✅ Resolution: Populated seed_db.py with real government scheme data including eligibility, benefits, and documents.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Scope Adjustments &amp; Time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 panose="020F0502020204030204"/>
              </a:defRPr>
            </a:pPr>
            <a:r>
              <a:t>📏  Scope Adjustments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A55"/>
                </a:solidFill>
                <a:latin typeface="Calibri" panose="020F0502020204030204"/>
              </a:defRPr>
            </a:pPr>
            <a:r>
              <a:t>  →  Removed live market scraping from Agmarknet — unreliable due to CAPTCHA and frequent HTML structure changes.</a:t>
            </a:r>
          </a:p>
          <a:p>
            <a:pPr>
              <a:spcAft>
                <a:spcPts val="600"/>
              </a:spcAft>
              <a:defRPr sz="1200">
                <a:solidFill>
                  <a:srgbClr val="505A55"/>
                </a:solidFill>
                <a:latin typeface="Calibri" panose="020F0502020204030204"/>
              </a:defRPr>
            </a:pPr>
            <a:r>
              <a:t>  →  Replaced with deterministic MSP-based simulation using official 2024–25 prices with time-seeded daily fluctuation.</a:t>
            </a:r>
          </a:p>
          <a:p>
            <a:pPr>
              <a:spcAft>
                <a:spcPts val="600"/>
              </a:spcAft>
              <a:defRPr sz="1200">
                <a:solidFill>
                  <a:srgbClr val="505A55"/>
                </a:solidFill>
                <a:latin typeface="Calibri" panose="020F0502020204030204"/>
              </a:defRPr>
            </a:pPr>
            <a:r>
              <a:t>  →  Removed admin dashboard for scheme management — deprioritized to focus on core farmer-facing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 panose="020F0502020204030204"/>
              </a:defRPr>
            </a:pPr>
            <a:r>
              <a:t>⏳  Time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A55"/>
                </a:solidFill>
                <a:latin typeface="Calibri" panose="020F0502020204030204"/>
              </a:defRPr>
            </a:pPr>
            <a:r>
              <a:t>  →  Hindi and Malayalam UI strings prepared in localization architecture but not fully wired — Tamil is fully functional.</a:t>
            </a:r>
          </a:p>
          <a:p>
            <a:pPr>
              <a:spcAft>
                <a:spcPts val="600"/>
              </a:spcAft>
              <a:defRPr sz="1200">
                <a:solidFill>
                  <a:srgbClr val="505A55"/>
                </a:solidFill>
                <a:latin typeface="Calibri" panose="020F0502020204030204"/>
              </a:defRPr>
            </a:pPr>
            <a:r>
              <a:t>  →  Unit tests (test_api.py, test_filtering.py) written and passing for core engine. End-to-end mobile testing partially done.</a:t>
            </a:r>
          </a:p>
          <a:p>
            <a:pPr>
              <a:spcAft>
                <a:spcPts val="600"/>
              </a:spcAft>
              <a:defRPr sz="1200">
                <a:solidFill>
                  <a:srgbClr val="505A55"/>
                </a:solidFill>
                <a:latin typeface="Calibri" panose="020F0502020204030204"/>
              </a:defRPr>
            </a:pPr>
            <a:r>
              <a:t>  →  PDF scheme parser developed but importing is manual — automated ingestion pipeline planned but not completed.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800"/>
              </a:spcBef>
              <a:defRPr sz="4800" b="1">
                <a:solidFill>
                  <a:srgbClr val="1B5E20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Scaling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 panose="020F0502020204030204"/>
              </a:defRPr>
            </a:pPr>
            <a:r>
              <a:t>Cloud Hosting, Deployment &amp; Real-Time Data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Cloud Hosting &amp; Deployment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☁️ Backend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Deploy Flask API to Railway / Render (free tier)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MongoDB Atlas (cloud) — free 512 MB cluster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Environment variables via platform secrets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Auto-restart + health check monitoring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HTTPS via platform SSL certificates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474720" cy="41148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📱 App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Generate signed APK for Android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Distribute via Google Play (internal testing)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Web version on Firebase Hosting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ADB sideload for demo devices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OTA updates via CodePush (planned)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474720" cy="41148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47472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🔄 Real-Time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Scheduler: Auto-refresh schemes every 24h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data.gov.in API for live Agmarknet prices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Web scraper upgraded with fallback data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Weather: Already real-time (Open-Meteo)</a:t>
            </a:r>
          </a:p>
          <a:p>
            <a:pPr>
              <a:spcAft>
                <a:spcPts val="600"/>
              </a:spcAft>
              <a:defRPr sz="1100">
                <a:solidFill>
                  <a:srgbClr val="505A55"/>
                </a:solidFill>
                <a:latin typeface="Calibri" panose="020F0502020204030204"/>
              </a:defRPr>
            </a:pPr>
            <a:r>
              <a:t>  •  Caching layer for offline-first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800"/>
              </a:spcBef>
              <a:defRPr sz="4800" b="1">
                <a:solidFill>
                  <a:srgbClr val="1B5E20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Timeline till Hackathon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 panose="020F0502020204030204"/>
              </a:defRPr>
            </a:pPr>
            <a:r>
              <a:t>Milestone-Based Development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Development Timeline — Remaining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36576" cy="4572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783080"/>
            <a:ext cx="320040" cy="32004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645920"/>
            <a:ext cx="9326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1645920"/>
            <a:ext cx="54864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A047"/>
                </a:solidFill>
                <a:latin typeface="Calibri" panose="020F0502020204030204"/>
              </a:defRPr>
            </a:pPr>
            <a: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19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A55"/>
                </a:solidFill>
                <a:latin typeface="Calibri" panose="020F0502020204030204"/>
              </a:defRPr>
            </a:pPr>
            <a:r>
              <a:t>Feb 21 – Feb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65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AI Integration (Layer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Gemini chatbot endpoint • NLP voice parsing • Smart scheme ranking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2926080"/>
            <a:ext cx="320040" cy="3200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788920"/>
            <a:ext cx="9326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2788920"/>
            <a:ext cx="54864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 panose="020F0502020204030204"/>
              </a:defRPr>
            </a:pPr>
            <a: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62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A55"/>
                </a:solidFill>
                <a:latin typeface="Calibri" panose="020F0502020204030204"/>
              </a:defRPr>
            </a:pPr>
            <a:r>
              <a:t>Mar 1 – Mar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108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ML Models &amp; Real-Time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383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Crop yield prediction (RandomForest) • Market price API (data.gov.in) • Scheduler setup</a:t>
            </a:r>
          </a:p>
        </p:txBody>
      </p:sp>
      <p:sp>
        <p:nvSpPr>
          <p:cNvPr id="20" name="Oval 19"/>
          <p:cNvSpPr/>
          <p:nvPr/>
        </p:nvSpPr>
        <p:spPr>
          <a:xfrm>
            <a:off x="1234440" y="4069080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931920"/>
            <a:ext cx="9326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0" y="3931920"/>
            <a:ext cx="54864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 panose="020F0502020204030204"/>
              </a:defRPr>
            </a:pPr>
            <a: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005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A55"/>
                </a:solidFill>
                <a:latin typeface="Calibri" panose="020F0502020204030204"/>
              </a:defRPr>
            </a:pPr>
            <a:r>
              <a:t>Mar 8 – Mar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51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Advanced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526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Crop disease detection (MobileNetV3) • Soil health assessment • Hindi localization</a:t>
            </a:r>
          </a:p>
        </p:txBody>
      </p:sp>
      <p:sp>
        <p:nvSpPr>
          <p:cNvPr id="27" name="Oval 26"/>
          <p:cNvSpPr/>
          <p:nvPr/>
        </p:nvSpPr>
        <p:spPr>
          <a:xfrm>
            <a:off x="1234440" y="5212080"/>
            <a:ext cx="320040" cy="32004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5074920"/>
            <a:ext cx="9326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0" y="5074920"/>
            <a:ext cx="54864" cy="10058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Calibri" panose="020F0502020204030204"/>
              </a:defRPr>
            </a:pPr>
            <a:r>
              <a:t>Week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48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A55"/>
                </a:solidFill>
                <a:latin typeface="Calibri" panose="020F0502020204030204"/>
              </a:defRPr>
            </a:pPr>
            <a:r>
              <a:t>Mar 15 – Mar 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394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823"/>
                </a:solidFill>
                <a:latin typeface="Calibri" panose="020F0502020204030204"/>
              </a:defRPr>
            </a:pPr>
            <a:r>
              <a:t>Deployment &amp;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669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Cloud deploy (Railway + Atlas) • APK build • End-to-end testing • Demo preparation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800"/>
              </a:spcBef>
              <a:defRPr sz="4800" b="1">
                <a:solidFill>
                  <a:srgbClr val="1B5E20"/>
                </a:solidFill>
                <a:latin typeface="Calibri" panose="020F0502020204030204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 panose="020F0502020204030204"/>
              </a:defRPr>
            </a:pPr>
            <a: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 panose="020F0502020204030204"/>
              </a:defRPr>
            </a:pPr>
            <a:r>
              <a:t>AI/ML Integration &amp; Unique Differentiators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AI &amp; ML — Planned Integration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0972800" cy="38404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Layer 1 — Quick AI Wins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🤖 Gemini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922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Scheme-context aware conversational AI — explains schemes in farmer's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🗣️ NLP Voice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951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Farmer speaks naturally; Gemini extracts crop, state, land size, season from speech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10972800" cy="38404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169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Layer 2 — ML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924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📊 Crop Yield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924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RandomForest model trained on ICRISAT/data.gov.in datasets — predicts tonnes/hectare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📈 Market Price 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953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Facebook Prophet on historical mandi data — 7-day crop price trend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982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🏆 Smart Scheme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9826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TF-IDF + Cosine Similarity — personalized relevance scoring for each farmer 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83480"/>
            <a:ext cx="10972800" cy="38404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200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Layer 3 — Advanced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4068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955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🌿 Crop Disease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955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MobileNetV3 (transfer learning) on PlantVillage dataset — 38 disease classes, 93% 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943600"/>
            <a:ext cx="10607040" cy="457200"/>
          </a:xfrm>
          <a:prstGeom prst="roundRect">
            <a:avLst/>
          </a:prstGeom>
          <a:solidFill>
            <a:srgbClr val="FAFDFA"/>
          </a:solidFill>
          <a:ln w="12700"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984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823"/>
                </a:solidFill>
                <a:latin typeface="Calibri" panose="020F0502020204030204"/>
              </a:defRPr>
            </a:pPr>
            <a:r>
              <a:t>🌱 Soil Health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99846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55"/>
                </a:solidFill>
                <a:latin typeface="Calibri" panose="020F0502020204030204"/>
              </a:defRPr>
            </a:pPr>
            <a:r>
              <a:t>XGBoost on Soil Health Card database — district-level NPK prediction + fertilizer advice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18 /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 panose="020F0502020204030204"/>
              </a:defRPr>
            </a:pPr>
            <a:r>
              <a:t>What Makes AgriTrust Novel?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41248"/>
            <a:ext cx="2286000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🎯  Hyper-Focused User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Unlike generic portals, AgriTrust is built specifically for low-literacy small farmers — with voice-first, local-language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8686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64008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5059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🧠  AI-Powered, Not Just a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614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Eligibility matching evolves from static rules to ML-ranked personalized recommendations. Gemini chatbot provides conversational scheme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515600" cy="8686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64008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564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🌐  Offline-First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673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Scheme results cached locally via Hive. Farmers in low-connectivity areas can still access previously loaded data without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515600" cy="8686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64008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6227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🗣️  Voice I/O in Local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Combines STT (speech input) + Gemini NLP (extraction) + TTS (voice output) for a fully voice-driven experience in Tamil and English.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515600" cy="868680"/>
          </a:xfrm>
          <a:prstGeom prst="roundRect">
            <a:avLst/>
          </a:prstGeom>
          <a:solidFill>
            <a:srgbClr val="F8FC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64008" cy="8686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46811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 panose="020F0502020204030204"/>
              </a:defRPr>
            </a:pPr>
            <a:r>
              <a:t>📊  Actionable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779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55"/>
                </a:solidFill>
                <a:latin typeface="Calibri" panose="020F0502020204030204"/>
              </a:defRPr>
            </a:pPr>
            <a:r>
              <a:t>Not just scheme info — crop yield prediction, disease detection, market price forecasting, and soil health assessment give farmers real decision-making power.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AgriTrust — Project Review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65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Calibri" panose="020F0502020204030204"/>
              </a:defRPr>
            </a:pPr>
            <a:r>
              <a:t>19 /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Calibri" panose="020F0502020204030204"/>
              </a:defRPr>
            </a:pPr>
            <a:r>
              <a:t>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 panose="020F0502020204030204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C9"/>
                </a:solidFill>
                <a:latin typeface="Calibri" panose="020F0502020204030204"/>
              </a:defRPr>
            </a:pPr>
            <a:r>
              <a:t>AgriTrust — Empowering Small Farmers with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 panose="020F0502020204030204"/>
              </a:defRPr>
            </a:pPr>
            <a:r>
              <a:t>Questions &amp; Feedback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D2B9"/>
                </a:solidFill>
                <a:latin typeface="Calibri" panose="020F0502020204030204"/>
              </a:defRPr>
            </a:pPr>
            <a:r>
              <a:t>Team Jeeva  |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4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9689</Words>
  <Application>WPS Presentation</Application>
  <PresentationFormat>On-screen Show (4:3)</PresentationFormat>
  <Paragraphs>490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Jeeva G</cp:lastModifiedBy>
  <cp:revision>2</cp:revision>
  <dcterms:created xsi:type="dcterms:W3CDTF">2013-01-27T09:14:00Z</dcterms:created>
  <dcterms:modified xsi:type="dcterms:W3CDTF">2026-02-21T12:57:24Z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51C281DA4E814003A67C70DE78F0D943_12</vt:lpwstr>
  </property>
  <property fmtid="{D5CDD505-2E9C-101B-9397-08002B2CF9AE}" pid="3" name="KSOProductBuildVer">
    <vt:lpwstr>1033-12.2.0.23196</vt:lpwstr>
  </property>
</Properties>
</file>